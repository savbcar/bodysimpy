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BodySimPy Management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Python-driven CAE workflow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Automate structural CAE workflows using Python.</a:t>
            </a:r>
          </a:p>
          <a:p>
            <a:pPr/>
            <a:r>
              <a:t>Validate FEA against analytical references.</a:t>
            </a:r>
          </a:p>
          <a:p>
            <a:pPr/>
            <a:r>
              <a:t>Generate reusable engineering evidence for portfolio discussion.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Validated YAML configuration.</a:t>
            </a:r>
          </a:p>
          <a:p>
            <a:pPr/>
            <a:r>
              <a:t>Analytical cantilever reference solution.</a:t>
            </a:r>
          </a:p>
          <a:p>
            <a:pPr/>
            <a:r>
              <a:t>CalculiX static and modal simulations.</a:t>
            </a:r>
          </a:p>
          <a:p>
            <a:pPr/>
            <a:r>
              <a:t>Stochastic, fatigue and ML surrogate studies.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Mesh displacement error: 0.055 %</a:t>
            </a:r>
          </a:p>
          <a:p>
            <a:pPr/>
            <a:r>
              <a:t>Mesh stress error: 4.641 %</a:t>
            </a:r>
          </a:p>
          <a:p>
            <a:pPr/>
            <a:r>
              <a:t>Mode-1 frequency: 49.401 Hz</a:t>
            </a:r>
          </a:p>
          <a:p>
            <a:pPr/>
            <a:r>
              <a:t>Stress exceedance over 350 MPa: 0.000 %</a:t>
            </a:r>
          </a:p>
          <a:p>
            <a:pPr/>
            <a:r>
              <a:t>Best ML frequency MAPE: 0.242 %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Wall-thickness influence on stress, deflection, mass and modal response.</a:t>
            </a:r>
          </a:p>
          <a:p>
            <a:pPr/>
            <a:r>
              <a:t>Material stiffness and density influence on structural dynamics.</a:t>
            </a:r>
          </a:p>
          <a:p>
            <a:pPr/>
            <a:r>
              <a:t>Stochastic uncertainty propagation for manufacturing, material and load inputs.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Simplified structural surrogate, not production body-in-white geometry.</a:t>
            </a:r>
          </a:p>
          <a:p>
            <a:pPr/>
            <a:r>
              <a:t>Idealized boundary conditions and generic material assumptions.</a:t>
            </a:r>
          </a:p>
          <a:p>
            <a:pPr/>
            <a:r>
              <a:t>ML surrogate is valid only inside the sampled engineering design space.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 BodySimPy as a reproducible CAE automation and validation workflow.</a:t>
            </a:r>
          </a:p>
          <a:p>
            <a:pPr/>
            <a:r>
              <a:t>Use automated parameter studies to identify influential design variables.</a:t>
            </a:r>
          </a:p>
          <a:p>
            <a:pPr/>
            <a:r>
              <a:t>Extend shell modelling, joint modelling and durability fidelity before production-style conclusions.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